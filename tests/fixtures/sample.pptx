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706100"/>
  <p:notesSz cx="7556500" cy="10706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666" y="932666"/>
            <a:ext cx="5786337" cy="8860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2025-10-14T08:48:17Z</dcterms:created>
  <dcterms:modified xsi:type="dcterms:W3CDTF">2025-10-14T08:48:17Z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2018-06-27T00:00:00Z</vt:filetime>
  </property>
  <property fmtid="{D5CDD505-2E9C-101B-9397-08002B2CF9AE}" pid="3" name="Creator">
    <vt:lpwstr>Mozilla/5.0 (X11; Linux x86_64) AppleWebKit/537.36 (KHTML, like Gecko) Chrome/67.0.3396.62 Safari/537.36</vt:lpwstr>
  </property>
  <property fmtid="{D5CDD505-2E9C-101B-9397-08002B2CF9AE}" pid="4" name="LastSaved">
    <vt:filetime>2025-10-14T00:00:00Z</vt:filetime>
  </property>
  <property fmtid="{D5CDD505-2E9C-101B-9397-08002B2CF9AE}" pid="5" name="Producer">
    <vt:lpwstr>Skia/PDF m67</vt:lpwstr>
  </property>
</Properties>
</file>